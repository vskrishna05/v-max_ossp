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45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291840" cy="3291840"/>
          </a:xfrm>
          <a:prstGeom prst="ellipse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463040"/>
            <a:ext cx="2377440" cy="2377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System Information and Resource Monitoring Tool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20040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2735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930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Krishna     2520030027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Pavan Kumar     2520030029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Ajai Manikanta     2520030320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Bandla Vinay     2520030437</a:t>
            </a:r>
            <a:endParaRPr lang="en-US" sz="1200" dirty="0"/>
          </a:p>
        </p:txBody>
      </p:sp>
      <p:pic>
        <p:nvPicPr>
          <p:cNvPr id="13" name="Image 0" descr="img/logo.png">
            <a:extLst>
              <a:ext uri="{FF2B5EF4-FFF2-40B4-BE49-F238E27FC236}">
                <a16:creationId xmlns:a16="http://schemas.microsoft.com/office/drawing/2014/main" id="{2E64AF06-6BF0-138D-E110-300099DB4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86" y="-147270"/>
            <a:ext cx="1803588" cy="1335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our project?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188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is a simple Linux tool that helps us check what is happening inside a computer.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64008" cy="2743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64008" cy="2743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240280"/>
            <a:ext cx="64008" cy="2743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807208"/>
            <a:ext cx="64008" cy="2743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91840" y="2807208"/>
            <a:ext cx="64008" cy="2743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activity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807208"/>
            <a:ext cx="64008" cy="2743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these features are available from one menu.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we build it?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has different commands for checking different parts of the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206240" cy="210312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CPU information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48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048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RAM information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Storage information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Running programs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255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Network activity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394960" y="2148840"/>
            <a:ext cx="32004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monitoring tool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commands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beginners, checking all of these separately can be confusing.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combined the important information into one C program.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our tool 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2560320" cy="315468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8288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15468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8288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Tree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Resource Processes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Search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560320" cy="315468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25603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Alerts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Logging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0" cy="914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920240" y="1737360"/>
            <a:ext cx="1097280" cy="914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1097280" cy="914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Feature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0972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Information from Linux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035040" y="1737360"/>
            <a:ext cx="1097280" cy="914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Data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406640" y="1737360"/>
            <a:ext cx="1097280" cy="914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31927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319272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3319272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2918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3566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program reads information directly from the Linux system.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29443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/ Ubuntu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Terminal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statvfs()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Information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474720" cy="269748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program shows: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002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version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name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model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CPU cores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47472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05079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050792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050792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uname()  +  /proc/cpuinfo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143000"/>
            <a:ext cx="4297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297680" y="11430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 Information)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3159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FB819A-8BBA-4FE7-9D42-511B6FD7A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48" y="1086678"/>
            <a:ext cx="4492487" cy="31981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and memory monitoring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41187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657600" cy="16002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07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53619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CPU usage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statistics from /proc/stat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CPU readings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CPU usage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657600" cy="173736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7355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memory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480560" y="114300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Monitoring)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3159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Monitoring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CC736B-A1B0-AE3A-B7C9-A42FBEB6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987552"/>
            <a:ext cx="4644141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and process monitoring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39319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storage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storage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usage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3931920" cy="54864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 ID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name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hierarchy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and other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45426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291840" cy="310896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830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received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activity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188720"/>
            <a:ext cx="4480560" cy="310896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features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8308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overall condition of the system.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Search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process by its name.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Alerts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usage is high.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Logging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resource data to a file.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Linux give us the data?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is a special folder in Linux that contains information about the running 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2240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1051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10512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810512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/proc/cpuinfo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CPU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CPU statistics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15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/proc/meminfo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Memory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/proc/uptime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Uptime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282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/proc/net/dev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Network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/proc/[PID]/stat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Processes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 program reads this information and displays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 concepts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27523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system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Viewing running processes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RAM and Swap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disk and inodes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Measuring CPU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system 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Hierarchy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Showing parent and child processes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main menu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6400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371600" y="109728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Menu)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904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select any feature from one menu and return to the menu after viewing the result.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609CC-18D1-DB63-923B-DFD6501AE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878" y="932688"/>
            <a:ext cx="6531574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 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10972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 Information)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63440" y="10972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Monitoring)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15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(Memory / Disk)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98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Disk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7C6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663440" y="2971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 Monitoring)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98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Load Averages &amp; Context Switches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825549-2EDC-7040-BB7E-C220B705B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88505"/>
            <a:ext cx="3970973" cy="1590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FB3C1F-3040-01E4-20F0-AC02E5E9B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1"/>
            <a:ext cx="3970973" cy="15906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B722FD6-58B4-CA0E-7808-0FB0C2017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1" y="2927210"/>
            <a:ext cx="3970972" cy="15624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6DE9B7-BB46-AE9C-4A84-49AF16B1B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463" y="2934843"/>
            <a:ext cx="3991950" cy="15453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achieve?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4754880" cy="3200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83080"/>
            <a:ext cx="4343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Linux monitoring tool using C.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different monitoring features into one program.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CPU, memory, disk, processes and network activity.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process search, alerts and logging.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Operating System concepts practically.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188720"/>
            <a:ext cx="3017520" cy="3200400"/>
          </a:xfrm>
          <a:prstGeom prst="rect">
            <a:avLst/>
          </a:prstGeom>
          <a:solidFill>
            <a:srgbClr val="F3F9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8308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graphs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usage graphs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291840" cy="3291840"/>
          </a:xfrm>
          <a:prstGeom prst="ellipse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463040"/>
            <a:ext cx="2377440" cy="2377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86" y="-147270"/>
            <a:ext cx="1803588" cy="13359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548640" y="2835558"/>
            <a:ext cx="2410524" cy="45719"/>
          </a:xfrm>
          <a:prstGeom prst="rect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709</Words>
  <Application>Microsoft Office PowerPoint</Application>
  <PresentationFormat>On-screen Show (16:9)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 Sai Krishna</cp:lastModifiedBy>
  <cp:revision>19</cp:revision>
  <dcterms:created xsi:type="dcterms:W3CDTF">2026-10-06T14:51:03Z</dcterms:created>
  <dcterms:modified xsi:type="dcterms:W3CDTF">2026-10-06T16:11:22Z</dcterms:modified>
</cp:coreProperties>
</file>