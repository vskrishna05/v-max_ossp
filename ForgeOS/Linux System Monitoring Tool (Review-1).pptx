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67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linux_dark3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778240" y="-914400"/>
            <a:ext cx="475488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2167128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Information &amp;</a:t>
            </a:r>
            <a:endParaRPr lang="en-US" sz="38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 Tool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2163928" y="2852928"/>
            <a:ext cx="7863840" cy="155448"/>
          </a:xfrm>
          <a:prstGeom prst="rect">
            <a:avLst/>
          </a:prstGeom>
          <a:solidFill>
            <a:srgbClr val="20242B"/>
          </a:solidFill>
          <a:ln/>
        </p:spPr>
      </p:sp>
      <p:sp>
        <p:nvSpPr>
          <p:cNvPr id="8" name="Shape 5"/>
          <p:cNvSpPr/>
          <p:nvPr/>
        </p:nvSpPr>
        <p:spPr>
          <a:xfrm>
            <a:off x="2310232" y="2807208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9" name="Shape 6"/>
          <p:cNvSpPr/>
          <p:nvPr/>
        </p:nvSpPr>
        <p:spPr>
          <a:xfrm>
            <a:off x="2511400" y="2807208"/>
            <a:ext cx="91440" cy="914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0" name="Shape 7"/>
          <p:cNvSpPr/>
          <p:nvPr/>
        </p:nvSpPr>
        <p:spPr>
          <a:xfrm>
            <a:off x="2712568" y="2807208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47091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·  Linux / Ubuntu  ·  GCC  ·  /proc filesystem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5212080"/>
            <a:ext cx="5455768" cy="1382500"/>
          </a:xfrm>
          <a:prstGeom prst="roundRect">
            <a:avLst>
              <a:gd name="adj" fmla="val 7407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" y="5600700"/>
            <a:ext cx="457200" cy="457200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6" name="Image 1" descr="/home/claude/proj/icons/users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71042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70432" y="530352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170432" y="5596128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  - 2520030027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 err="1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</a:t>
            </a: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Pavan Kumar - 2520030029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Ajai Manikanta – 2520030320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Vinay – 2520030437</a:t>
            </a:r>
          </a:p>
        </p:txBody>
      </p:sp>
      <p:sp>
        <p:nvSpPr>
          <p:cNvPr id="19" name="Shape 15"/>
          <p:cNvSpPr/>
          <p:nvPr/>
        </p:nvSpPr>
        <p:spPr>
          <a:xfrm>
            <a:off x="6278728" y="5212080"/>
            <a:ext cx="5455768" cy="1234440"/>
          </a:xfrm>
          <a:prstGeom prst="roundRect">
            <a:avLst>
              <a:gd name="adj" fmla="val 7407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34176" y="5600700"/>
            <a:ext cx="457200" cy="457200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1" name="Image 2" descr="/home/claude/proj/icons/graduationcap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904" y="571042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1960" y="530352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 DETAILS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202272" y="5525307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[08]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[CSE]</a:t>
            </a:r>
            <a:endParaRPr lang="en-US" sz="1350" dirty="0"/>
          </a:p>
        </p:txBody>
      </p:sp>
      <p:pic>
        <p:nvPicPr>
          <p:cNvPr id="27" name="Picture 26" descr="Best Private University in Telangana &amp; Andhra Pradesh | KLH Hyderabad">
            <a:extLst>
              <a:ext uri="{FF2B5EF4-FFF2-40B4-BE49-F238E27FC236}">
                <a16:creationId xmlns:a16="http://schemas.microsoft.com/office/drawing/2014/main" id="{74FD8950-2C9C-4558-7F1C-B135ED3FD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24" y="-515197"/>
            <a:ext cx="3190476" cy="2371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15181D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6" name="Image 0" descr="/home/claude/proj/icons/termina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24140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C-Based Terminal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CPU, memory, disk,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uptime through a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menu-driven interface.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1691640"/>
            <a:ext cx="68424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System Information and Resource Monitoring Tool is a C-based application developed to monitor and display important system resources in a simple and organized way. It provides information about the operating system, CPU usage, memory usage, disk usage, running processes, and system uptime.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3383280"/>
            <a:ext cx="6842455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3566160"/>
            <a:ext cx="6842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Linux system interfaces such as the /proc filesystem, system calls, and Linux file-system APIs to collect data, and provides a menu-driven terminal interface for users to select monitoring options.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4937760"/>
            <a:ext cx="6842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DEMONSTRATES CORE OS CONCEPTS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5303520"/>
            <a:ext cx="153253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F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5303520"/>
            <a:ext cx="1532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69710" y="5303520"/>
            <a:ext cx="145755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F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9710" y="5303520"/>
            <a:ext cx="1457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5303520"/>
            <a:ext cx="108265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F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5303520"/>
            <a:ext cx="108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65946" y="5303520"/>
            <a:ext cx="13075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F5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65946" y="530352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5760720"/>
            <a:ext cx="1607515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F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09160" y="5760720"/>
            <a:ext cx="16075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Tool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7607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2080260"/>
            <a:ext cx="777240" cy="777240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6" name="Image 0" descr="/home/claude/proj/icons/question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8" y="22667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546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systems continuously manage several resources — CPU, memory, storage, and processes. Linux provides individual commands and utilities to view these, but beginners often find it difficult to understand and monitor different resources separately.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0" y="1783080"/>
            <a:ext cx="4693615" cy="4023360"/>
          </a:xfrm>
          <a:prstGeom prst="roundRect">
            <a:avLst>
              <a:gd name="adj" fmla="val 2727"/>
            </a:avLst>
          </a:prstGeom>
          <a:solidFill>
            <a:srgbClr val="15181D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55180" y="2080260"/>
            <a:ext cx="777240" cy="777240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0" name="Image 1" descr="/home/claude/proj/icons/lightbulb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718" y="22667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306324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3474720"/>
            <a:ext cx="3962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tool is needed that brings important system information and resource usage into a single interface — a C-based Linux monitoring tool that collects and displays data in an easy-to-understand format.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Monitoring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Linux system monitoring application developed in C. It collects information directly from Linux system interfaces and presents results through the terminal.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8140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7" name="Image 0" descr="/home/claude/proj/icons/infocirc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96" y="2972074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3317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3938" y="23317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6546" y="28140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1" name="Image 1" descr="/home/claude/proj/icons/microchip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555" y="297207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23317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127797" y="23317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20405" y="28140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5" name="Image 2" descr="/home/claude/proj/icons/memory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413" y="2972074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9357" y="23317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40080" y="42748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2688" y="47571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9" name="Image 3" descr="/home/claude/proj/icons/hdd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96" y="4915174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2748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383938" y="42748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76546" y="47571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3" name="Image 4" descr="/home/claude/proj/icons/task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555" y="4915174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35498" y="42748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Processes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127797" y="4274820"/>
            <a:ext cx="3423818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20405" y="4757166"/>
            <a:ext cx="658368" cy="65836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7" name="Image 5" descr="/home/claude/proj/icons/clock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8413" y="4915174"/>
            <a:ext cx="342351" cy="34235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79357" y="4274820"/>
            <a:ext cx="2189378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10512"/>
            <a:ext cx="512064" cy="512064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6" name="Image 0" descr="/home/claude/proj/icons/co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63" y="19334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647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0939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" y="2633472"/>
            <a:ext cx="512064" cy="512064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1" name="Image 1" descr="/home/claude/proj/icons/ubuntu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63" y="27563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916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86968" y="3456432"/>
            <a:ext cx="512064" cy="512064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6" name="Image 2" descr="/home/claude/proj/icons/cog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63" y="357932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410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7398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86968" y="4279392"/>
            <a:ext cx="512064" cy="512064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1" name="Image 3" descr="/home/claude/proj/icons/laptopcod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863" y="440228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233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45628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5120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86968" y="5102352"/>
            <a:ext cx="512064" cy="512064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6" name="Image 4" descr="/home/claude/proj/icons/terminal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63" y="5225247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50566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53858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1691640"/>
            <a:ext cx="5379415" cy="4041648"/>
          </a:xfrm>
          <a:prstGeom prst="roundRect">
            <a:avLst>
              <a:gd name="adj" fmla="val 2715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1691640"/>
            <a:ext cx="5379415" cy="310896"/>
          </a:xfrm>
          <a:prstGeom prst="roundRect">
            <a:avLst>
              <a:gd name="adj" fmla="val 35294"/>
            </a:avLst>
          </a:prstGeom>
          <a:solidFill>
            <a:srgbClr val="20242B"/>
          </a:solidFill>
          <a:ln/>
        </p:spPr>
      </p:sp>
      <p:sp>
        <p:nvSpPr>
          <p:cNvPr id="31" name="Shape 24"/>
          <p:cNvSpPr/>
          <p:nvPr/>
        </p:nvSpPr>
        <p:spPr>
          <a:xfrm>
            <a:off x="6172200" y="1847088"/>
            <a:ext cx="5379415" cy="155448"/>
          </a:xfrm>
          <a:prstGeom prst="rect">
            <a:avLst/>
          </a:prstGeom>
          <a:solidFill>
            <a:srgbClr val="20242B"/>
          </a:solidFill>
          <a:ln/>
        </p:spPr>
      </p:sp>
      <p:sp>
        <p:nvSpPr>
          <p:cNvPr id="32" name="Shape 25"/>
          <p:cNvSpPr/>
          <p:nvPr/>
        </p:nvSpPr>
        <p:spPr>
          <a:xfrm>
            <a:off x="6318504" y="1801368"/>
            <a:ext cx="91440" cy="91440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33" name="Shape 26"/>
          <p:cNvSpPr/>
          <p:nvPr/>
        </p:nvSpPr>
        <p:spPr>
          <a:xfrm>
            <a:off x="6519672" y="1801368"/>
            <a:ext cx="91440" cy="914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34" name="Shape 27"/>
          <p:cNvSpPr/>
          <p:nvPr/>
        </p:nvSpPr>
        <p:spPr>
          <a:xfrm>
            <a:off x="6720840" y="1801368"/>
            <a:ext cx="91440" cy="9144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172200" y="1691640"/>
            <a:ext cx="5379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interfaces &amp; apis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492240" y="2203704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Interface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 filesystem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492240" y="2779776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APIs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uname(), sysconf(), statvfs()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6492240" y="3355848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Process Info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/proc/[PID]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492240" y="3931920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Memory Info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6492240" y="4507992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CPU Info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/proc/stat, /proc/cpuinfo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6492240" y="5084064"/>
            <a:ext cx="4739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Uptime Info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/proc/uptime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Will Deliver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and functional Linux monitoring tool capable of displaying important system resources from a single terminal-based application.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6" name="Image 0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551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24028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detailed Linux system information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33008" y="2240280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9" name="Image 1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4551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18808" y="2240280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CPU utilization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236976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12" name="Image 2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518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236976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RAM and swap memory usage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33008" y="3236976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15" name="Image 3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345186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18808" y="3236976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disk and inode usage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233672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18" name="Image 4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48556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233672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running processes and process hierarchy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233008" y="4233672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21" name="Image 5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4448556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18808" y="4233672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system uptime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40080" y="5230368"/>
            <a:ext cx="531860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pic>
        <p:nvPicPr>
          <p:cNvPr id="24" name="Image 6" descr="/home/claude/proj/icons/checkcircl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445252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325880" y="5230368"/>
            <a:ext cx="4449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menu-driven interface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oj/icons/linux_dark3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1280160" y="32918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System Information and Resource Monitoring Tool provides a simple way to monitor important Linux system resources using C. It uses Linux system interfaces and the /proc filesystem to collect information about CPU, memory, disk, processes, and system uptime.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520440"/>
            <a:ext cx="10911535" cy="0"/>
          </a:xfrm>
          <a:prstGeom prst="line">
            <a:avLst/>
          </a:prstGeom>
          <a:noFill/>
          <a:ln w="12700">
            <a:solidFill>
              <a:srgbClr val="2E33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DEMONSTRATES</a:t>
            </a:r>
            <a:endParaRPr lang="en-US" sz="1100" dirty="0"/>
          </a:p>
        </p:txBody>
      </p:sp>
      <p:pic>
        <p:nvPicPr>
          <p:cNvPr id="8" name="Image 1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879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8992" y="41605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350" dirty="0"/>
          </a:p>
        </p:txBody>
      </p:sp>
      <p:pic>
        <p:nvPicPr>
          <p:cNvPr id="10" name="Image 2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18795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77130" y="41605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350" dirty="0"/>
          </a:p>
        </p:txBody>
      </p:sp>
      <p:pic>
        <p:nvPicPr>
          <p:cNvPr id="12" name="Image 3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57" y="4187952"/>
            <a:ext cx="310896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475269" y="41605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Management</a:t>
            </a:r>
            <a:endParaRPr lang="en-US" sz="1350" dirty="0"/>
          </a:p>
        </p:txBody>
      </p:sp>
      <p:pic>
        <p:nvPicPr>
          <p:cNvPr id="14" name="Image 4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7375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78992" y="48463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350" dirty="0"/>
          </a:p>
        </p:txBody>
      </p:sp>
      <p:pic>
        <p:nvPicPr>
          <p:cNvPr id="16" name="Image 5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873752"/>
            <a:ext cx="310896" cy="31089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777130" y="48463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350" dirty="0"/>
          </a:p>
        </p:txBody>
      </p:sp>
      <p:pic>
        <p:nvPicPr>
          <p:cNvPr id="18" name="Image 6" descr="/home/claude/proj/icons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57" y="4873752"/>
            <a:ext cx="310896" cy="31089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475269" y="4846320"/>
            <a:ext cx="3076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Monitoring</a:t>
            </a:r>
            <a:endParaRPr lang="en-US" sz="1350" dirty="0"/>
          </a:p>
        </p:txBody>
      </p:sp>
      <p:sp>
        <p:nvSpPr>
          <p:cNvPr id="20" name="Shape 11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12700">
            <a:solidFill>
              <a:srgbClr val="2E333B"/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640080" y="57790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exploration of core Operating Systems concepts — built from the terminal up.</a:t>
            </a:r>
            <a:endParaRPr lang="en-US" sz="1400" dirty="0"/>
          </a:p>
        </p:txBody>
      </p:sp>
      <p:sp>
        <p:nvSpPr>
          <p:cNvPr id="22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3765" y="197510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6" name="Image 0" descr="/home/claude/proj/icons/desktop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28" y="2111167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4320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8698" y="169164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2384" y="197510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0" name="Image 1" descr="/home/claude/proj/icons/chartlin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446" y="211116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05858" y="274320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CPU &amp; memory graphs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97317" y="169164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541002" y="197510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4" name="Image 2" descr="/home/claude/proj/icons/bel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065" y="2111167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34477" y="274320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alerts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26136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083765" y="354482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18" name="Image 3" descr="/home/claude/proj/icons/network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828" y="3680887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7240" y="431292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68698" y="326136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812384" y="354482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2" name="Image 4" descr="/home/claude/proj/icons/slider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446" y="3680887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05858" y="431292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097317" y="326136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541002" y="354482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26" name="Image 5" descr="/home/claude/proj/icons/thermometer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065" y="3680887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234477" y="431292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monitoring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0080" y="483108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2083765" y="511454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30" name="Image 6" descr="/home/claude/proj/icons/history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9828" y="5250607"/>
            <a:ext cx="294803" cy="29480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77240" y="588264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history &amp; logging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368698" y="483108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812384" y="511454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34" name="Image 7" descr="/home/claude/proj/icons/server_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8446" y="5250607"/>
            <a:ext cx="294803" cy="294803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505858" y="588264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Linux monitoring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8097317" y="4831080"/>
            <a:ext cx="3454298" cy="1295400"/>
          </a:xfrm>
          <a:prstGeom prst="roundRect">
            <a:avLst>
              <a:gd name="adj" fmla="val 7059"/>
            </a:avLst>
          </a:prstGeom>
          <a:solidFill>
            <a:srgbClr val="1E2228"/>
          </a:solidFill>
          <a:ln w="12700">
            <a:solidFill>
              <a:srgbClr val="2E333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9541002" y="5114544"/>
            <a:ext cx="566928" cy="566928"/>
          </a:xfrm>
          <a:prstGeom prst="ellipse">
            <a:avLst/>
          </a:prstGeom>
          <a:solidFill>
            <a:srgbClr val="3DDC84"/>
          </a:solidFill>
          <a:ln/>
        </p:spPr>
      </p:sp>
      <p:pic>
        <p:nvPicPr>
          <p:cNvPr id="38" name="Image 8" descr="/home/claude/proj/icons/filealt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065" y="5250607"/>
            <a:ext cx="294803" cy="294803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234477" y="5882640"/>
            <a:ext cx="3179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 generation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19F434-2677-E06F-0B5E-289C6218700A}"/>
              </a:ext>
            </a:extLst>
          </p:cNvPr>
          <p:cNvSpPr txBox="1"/>
          <p:nvPr/>
        </p:nvSpPr>
        <p:spPr>
          <a:xfrm>
            <a:off x="5297798" y="6323761"/>
            <a:ext cx="2525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YOU!!</a:t>
            </a:r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569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OS Project</dc:creator>
  <cp:lastModifiedBy>Venkat Sai Krishna</cp:lastModifiedBy>
  <cp:revision>4</cp:revision>
  <dcterms:created xsi:type="dcterms:W3CDTF">2026-09-12T03:08:49Z</dcterms:created>
  <dcterms:modified xsi:type="dcterms:W3CDTF">2026-09-17T05:05:06Z</dcterms:modified>
</cp:coreProperties>
</file>